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0CDF4"/>
                </a:solidFill>
              </a:rPr>
              <a:t>東大阪サミット_5月15日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カーフィルム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90CDF4"/>
                </a:solidFill>
              </a:rPr>
              <a:t>Honest【オネスト】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あなたの愛車を、もっと快適に。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酒井 修二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</a:rPr>
              <a:t>東大阪市 ｜ 自動車カーフィルム専門店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389120"/>
            <a:ext cx="2286000" cy="1286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自己紹介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</a:rPr>
              <a:t>酒井 修二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1971年9月生まれ ｜ 東大阪市在住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1992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84247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</a:rPr>
              <a:t>ガソリンスタンドで自動車業界へ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7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1996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368295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5856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</a:rPr>
              <a:t>俱楽部WALK 開業（従業員として）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42615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2001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752343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64261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オネストとして独立開業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26663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2011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136391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026663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</a:rPr>
              <a:t>守口門真青年会議所 卒業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10711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2018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520439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41071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</a:rPr>
              <a:t>BNI シャングリラチャプター 入会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94759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904487"/>
            <a:ext cx="109728" cy="1097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7947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東大阪サミット 参加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051560"/>
            <a:ext cx="5486400" cy="50292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モットー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4A6B"/>
                </a:solidFill>
              </a:rPr>
              <a:t>「決意した事を実行しないと
心に負担が残っていく」
お客様の「困った」を
一緒に解決することを大切に、
東大阪で30年以上活動しています。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Honest【オネスト】とは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</a:rPr>
              <a:t>東大阪を拠点に、カーフィルム・コーティングを専門とする自動車サービス店です。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0800" cy="21031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54480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🎯 専門特化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1810512"/>
            <a:ext cx="5425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カーフィルムとコーティングに特化。
職人として一台一台丁寧に施工します。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800" cy="21031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1554480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🤝 自動車業界の分業体制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1810512"/>
            <a:ext cx="5425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販売・整備・鈑金など各分野のプロが連携。
オネストはフィルム・コーティングのスペシャリスト。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50800" cy="21031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800" y="3840480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📍 東大阪密着30年以上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4096512"/>
            <a:ext cx="5425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地域に根ざした信頼関係を大切に、
口コミや紹介で多くのお客様にご利用いただいています。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490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49040"/>
            <a:ext cx="50800" cy="21031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400" y="3840480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💡 幅広いネットワーク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096512"/>
            <a:ext cx="5425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BNI・青年会議所など経営者ネットワークを活かし、
最適な専門家をご紹介できます。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365D"/>
                </a:solidFill>
              </a:rPr>
              <a:t>車に乗っていて
「暑いなぁ〜〜💦」
と感じることはありませんか？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8096"/>
                </a:solidFill>
              </a:rPr>
              <a:t>顔や腕に当たるジリジリとした日差し…
その悩み、カーフィルムで解決できます。</a:t>
            </a:r>
          </a:p>
        </p:txBody>
      </p:sp>
      <p:pic>
        <p:nvPicPr>
          <p:cNvPr id="6" name="Picture 5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520"/>
            <a:ext cx="4114800" cy="3086100"/>
          </a:xfrm>
          <a:prstGeom prst="rect">
            <a:avLst/>
          </a:prstGeom>
        </p:spPr>
      </p:pic>
      <p:pic>
        <p:nvPicPr>
          <p:cNvPr id="7" name="Picture 6" descr="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566160"/>
            <a:ext cx="4114800" cy="2911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カーフィルムでできること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201168" cy="20116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</a:rPr>
              <a:t>🌞  日射・遮熱効果で車内温度を下げる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82496"/>
            <a:ext cx="201168" cy="20116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</a:rPr>
              <a:t>🕶️  外からの視界を遮りプライバシーを守る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201168" cy="20116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</a:rPr>
              <a:t>🛡️  紫外線（UV）から人・内装を保護する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201168" cy="20116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</a:rPr>
              <a:t>💥  ガラス破損時の飛散を防止する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9232"/>
            <a:ext cx="201168" cy="20116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443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</a:rPr>
              <a:t>✨  ドレスアップ・見た目をスタイリッシュに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5577840" cy="100584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施工の流れ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A6B"/>
                </a:solidFill>
              </a:rPr>
              <a:t>① ヒアリング・目的確認　② フィルム選定・ご提案　③ 丁寧な施工　④ 内装保護・仕上げ確認</a:t>
            </a:r>
          </a:p>
        </p:txBody>
      </p:sp>
      <p:pic>
        <p:nvPicPr>
          <p:cNvPr id="19" name="Picture 18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05840"/>
            <a:ext cx="5303520" cy="23312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カーコーティングの魅力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</a:rPr>
              <a:t>「いつも綺麗な車に乗っていたい♬」そのご要望にお応えします。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57600" cy="508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182CE"/>
                </a:solidFill>
              </a:rPr>
              <a:t>🚿  洗車が楽になる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汚れがつきにくく、水洗いだけで綺麗に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7" y="1417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7" y="1417320"/>
            <a:ext cx="3657600" cy="508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182CE"/>
                </a:solidFill>
              </a:rPr>
              <a:t>💎  輝きが長続き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7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深みのある光沢で新車のような美しさを維持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4" y="1417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4" y="1417320"/>
            <a:ext cx="3657600" cy="508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4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182CE"/>
                </a:solidFill>
              </a:rPr>
              <a:t>🛡️  ボディを保護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4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紫外線・酸性雨・飛び石から塗装を守る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74552" cy="82296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A4A6B"/>
                </a:solidFill>
              </a:rPr>
              <a:t>コーティングはお車の「投資」です。査定額アップにもつながり、長期的にお得なカーケアです。</a:t>
            </a:r>
          </a:p>
        </p:txBody>
      </p:sp>
      <p:pic>
        <p:nvPicPr>
          <p:cNvPr id="21" name="Picture 20" descr="imag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20640"/>
            <a:ext cx="112745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サービス一覧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🎞️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カーフィルム施工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91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カーコーティング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32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車検・一般整備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7889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632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車の販売・買取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パーツ交換作業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16052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</a:rPr>
              <a:t>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348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</a:rPr>
              <a:t>鈑金・塗装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</a:rPr>
              <a:t>※ 自動車業界の分業体制を活かし、専門パートナーと連携してワンストップで対応します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</a:rPr>
              <a:t>過去の実績・強み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182CE"/>
                </a:solidFill>
              </a:rPr>
              <a:t>24年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</a:rPr>
              <a:t>独立開業からの実績年数
（2001年〜）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7" y="10972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7" y="1188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182CE"/>
                </a:solidFill>
              </a:rPr>
              <a:t>30年以上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7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</a:rPr>
              <a:t>自動車業界での
キャリア年数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6174" y="10972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4" y="1188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182CE"/>
                </a:solidFill>
              </a:rPr>
              <a:t>地域密着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4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</a:rPr>
              <a:t>東大阪を拠点に
口コミ・紹介で拡大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1274552" cy="128016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お客様の声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A6B"/>
                </a:solidFill>
              </a:rPr>
              <a:t>「フィルムを貼ってから夏の車内が全然違う！快適になりました」
「丁寧な施工で仕上がりに大満足。友人にも紹介しました」
「相談しやすく、予算に合わせて提案してくれるので安心して任せられます」</a:t>
            </a:r>
          </a:p>
        </p:txBody>
      </p:sp>
      <p:pic>
        <p:nvPicPr>
          <p:cNvPr id="18" name="Picture 17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51960"/>
            <a:ext cx="2743200" cy="2286000"/>
          </a:xfrm>
          <a:prstGeom prst="rect">
            <a:avLst/>
          </a:prstGeom>
        </p:spPr>
      </p:pic>
      <p:pic>
        <p:nvPicPr>
          <p:cNvPr id="19" name="Picture 18" descr="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251960"/>
            <a:ext cx="2743200" cy="2286000"/>
          </a:xfrm>
          <a:prstGeom prst="rect">
            <a:avLst/>
          </a:prstGeom>
        </p:spPr>
      </p:pic>
      <p:pic>
        <p:nvPicPr>
          <p:cNvPr id="20" name="Picture 19" descr="image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51960"/>
            <a:ext cx="2743200" cy="2286000"/>
          </a:xfrm>
          <a:prstGeom prst="rect">
            <a:avLst/>
          </a:prstGeom>
        </p:spPr>
      </p:pic>
      <p:pic>
        <p:nvPicPr>
          <p:cNvPr id="21" name="Picture 20" descr="image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425196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社会への取り組み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74552" cy="25400"/>
          </a:xfrm>
          <a:prstGeom prst="rect">
            <a:avLst/>
          </a:prstGeom>
          <a:solidFill>
            <a:srgbClr val="90C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52120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0800" cy="5212080"/>
          </a:xfrm>
          <a:prstGeom prst="rect">
            <a:avLst/>
          </a:prstGeom>
          <a:solidFill>
            <a:srgbClr val="90C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" y="1051560"/>
            <a:ext cx="1112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CDF4"/>
                </a:solidFill>
              </a:rPr>
              <a:t>🎗️ 色素性乾皮症（指定難病159）の方々へのサポート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307592"/>
            <a:ext cx="11122152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色素性乾皮症は紫外線の影響を強く受け、日常生活に大きな支障をきたす難病です。
カーフィルムによる紫外線カットは、こうした方々の外出負担を大幅に軽減できます。
費用面での負担を軽減する方法もご案内できますので、お困りの方はご相談ください。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快適なカーライフを
お手伝いします♪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CDF4"/>
                </a:solidFill>
              </a:rPr>
              <a:t>車のことで困ったら、まずご相談ください。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063240"/>
            <a:ext cx="5788152" cy="20116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154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0CDF4"/>
                </a:solidFill>
              </a:rPr>
              <a:t>Honest【オネスト】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56616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代表　酒井 修二
📍 東大阪市
🚗 カーフィルム専門店</a:t>
            </a:r>
          </a:p>
        </p:txBody>
      </p:sp>
      <p:pic>
        <p:nvPicPr>
          <p:cNvPr id="8" name="Picture 7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257800"/>
            <a:ext cx="1005840" cy="1101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</a:rPr>
              <a:t>ご清聴ありがとうございました。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